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2" r:id="rId5"/>
    <p:sldId id="260" r:id="rId6"/>
    <p:sldId id="263" r:id="rId7"/>
  </p:sldIdLst>
  <p:sldSz cx="270033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66" autoAdjust="0"/>
    <p:restoredTop sz="94660"/>
  </p:normalViewPr>
  <p:slideViewPr>
    <p:cSldViewPr snapToGrid="0">
      <p:cViewPr varScale="1">
        <p:scale>
          <a:sx n="321" d="100"/>
          <a:sy n="321" d="100"/>
        </p:scale>
        <p:origin x="1438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26" y="294620"/>
            <a:ext cx="2295287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542" y="945535"/>
            <a:ext cx="2025254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70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97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42" y="448807"/>
            <a:ext cx="2329042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242" y="1204734"/>
            <a:ext cx="2329042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/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112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5648" y="479227"/>
            <a:ext cx="1147644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7046" y="479227"/>
            <a:ext cx="1147644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12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95846"/>
            <a:ext cx="2329042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000" y="441305"/>
            <a:ext cx="114236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6000" y="657582"/>
            <a:ext cx="114236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67046" y="441305"/>
            <a:ext cx="1147995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67046" y="657582"/>
            <a:ext cx="1147995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133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80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425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120015"/>
            <a:ext cx="87092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995" y="259199"/>
            <a:ext cx="1367046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000" y="540067"/>
            <a:ext cx="87092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2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120015"/>
            <a:ext cx="87092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7995" y="259199"/>
            <a:ext cx="1367046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000" y="540067"/>
            <a:ext cx="87092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930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79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2430" y="95846"/>
            <a:ext cx="582260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5648" y="95846"/>
            <a:ext cx="1713027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126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5648" y="95846"/>
            <a:ext cx="2329042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648" y="479227"/>
            <a:ext cx="2329042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5648" y="1668542"/>
            <a:ext cx="60757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DE052-0C44-4870-99B4-8FA5B2EDBBC9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4487" y="1668542"/>
            <a:ext cx="91136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07114" y="1668542"/>
            <a:ext cx="60757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5652D-65D0-4FA7-A83C-5B62A14C45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72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662320" y="515391"/>
            <a:ext cx="1375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endParaRPr lang="en-CA" sz="4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62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662320" y="515391"/>
            <a:ext cx="1375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endParaRPr lang="en-CA" sz="44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9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254356" y="515391"/>
            <a:ext cx="21916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endParaRPr lang="en-CA" sz="44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50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254356" y="515391"/>
            <a:ext cx="21916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2815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endParaRPr lang="en-CA" sz="4400" dirty="0">
              <a:solidFill>
                <a:srgbClr val="2815D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43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520454" y="515391"/>
            <a:ext cx="16594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2815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endParaRPr lang="en-CA" sz="4400" dirty="0">
              <a:solidFill>
                <a:srgbClr val="2815D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92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D82F0-585D-4BFE-8A0B-F1B3DABC4112}"/>
              </a:ext>
            </a:extLst>
          </p:cNvPr>
          <p:cNvSpPr txBox="1"/>
          <p:nvPr/>
        </p:nvSpPr>
        <p:spPr>
          <a:xfrm>
            <a:off x="520454" y="515391"/>
            <a:ext cx="16594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endParaRPr lang="en-CA" sz="4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2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</Words>
  <Application>Microsoft Office PowerPoint</Application>
  <PresentationFormat>Custom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Van Hedger</dc:creator>
  <cp:lastModifiedBy>Stephen Van Hedger</cp:lastModifiedBy>
  <cp:revision>1</cp:revision>
  <dcterms:created xsi:type="dcterms:W3CDTF">2021-09-08T20:26:46Z</dcterms:created>
  <dcterms:modified xsi:type="dcterms:W3CDTF">2021-09-08T20:32:59Z</dcterms:modified>
</cp:coreProperties>
</file>